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82" autoAdjust="0"/>
    <p:restoredTop sz="94660"/>
  </p:normalViewPr>
  <p:slideViewPr>
    <p:cSldViewPr snapToGrid="0">
      <p:cViewPr>
        <p:scale>
          <a:sx n="66" d="100"/>
          <a:sy n="66" d="100"/>
        </p:scale>
        <p:origin x="76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1263</TotalTime>
  <Words>4164</Words>
  <Application>Microsoft Office PowerPoint</Application>
  <PresentationFormat>Widescreen</PresentationFormat>
  <Paragraphs>1041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24</cp:revision>
  <dcterms:created xsi:type="dcterms:W3CDTF">2025-04-13T09:11:45Z</dcterms:created>
  <dcterms:modified xsi:type="dcterms:W3CDTF">2025-06-26T19:27:16Z</dcterms:modified>
</cp:coreProperties>
</file>