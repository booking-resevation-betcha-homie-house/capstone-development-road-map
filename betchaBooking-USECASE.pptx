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 </a:t>
            </a:r>
            <a:r>
              <a:rPr lang="en-US" sz="2000" b="1"/>
              <a:t>or Query)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</a:t>
            </a:r>
            <a:r>
              <a:rPr lang="en-US" sz="2000" b="1" dirty="0" err="1"/>
              <a:t>userType</a:t>
            </a:r>
            <a:r>
              <a:rPr lang="en-US" sz="20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174576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04875" y="339944"/>
            <a:ext cx="4552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 {Jan-Mar}  2 {Apr-Jun}  3 {Jul-Sep}  4 {Oct-Dec}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82679"/>
              </p:ext>
            </p:extLst>
          </p:nvPr>
        </p:nvGraphicFramePr>
        <p:xfrm>
          <a:off x="241826" y="5437905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184980" y="5215472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184980" y="4348614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233030" y="4627019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233030" y="49660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174A3F03-EF4B-48A1-ACD7-CA612D7D7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196968"/>
              </p:ext>
            </p:extLst>
          </p:nvPr>
        </p:nvGraphicFramePr>
        <p:xfrm>
          <a:off x="3283982" y="3859496"/>
          <a:ext cx="3502967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604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95987713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261761281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44315485"/>
                    </a:ext>
                  </a:extLst>
                </a:gridCol>
                <a:gridCol w="678771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79DFB871-2A43-4021-8EFC-9A43DABC2EC7}"/>
              </a:ext>
            </a:extLst>
          </p:cNvPr>
          <p:cNvSpPr txBox="1"/>
          <p:nvPr/>
        </p:nvSpPr>
        <p:spPr>
          <a:xfrm>
            <a:off x="3194736" y="3638502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January,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8FBA3F-B0C1-4191-9F51-157A7E4BF739}"/>
              </a:ext>
            </a:extLst>
          </p:cNvPr>
          <p:cNvSpPr txBox="1"/>
          <p:nvPr/>
        </p:nvSpPr>
        <p:spPr>
          <a:xfrm>
            <a:off x="3208107" y="2801493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MONTH Example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B22FD9D-AEFC-4137-8B02-2DFCEC99A31C}"/>
              </a:ext>
            </a:extLst>
          </p:cNvPr>
          <p:cNvSpPr/>
          <p:nvPr/>
        </p:nvSpPr>
        <p:spPr>
          <a:xfrm>
            <a:off x="3330166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16818E-4B5C-4AE4-B001-785D357DFF75}"/>
              </a:ext>
            </a:extLst>
          </p:cNvPr>
          <p:cNvSpPr/>
          <p:nvPr/>
        </p:nvSpPr>
        <p:spPr>
          <a:xfrm>
            <a:off x="4133953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6BC6590-0C5D-4281-89B6-1724F3B72A6A}"/>
              </a:ext>
            </a:extLst>
          </p:cNvPr>
          <p:cNvSpPr/>
          <p:nvPr/>
        </p:nvSpPr>
        <p:spPr>
          <a:xfrm>
            <a:off x="3330166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36346A5-F83B-486B-A493-E9B22F6D8525}"/>
              </a:ext>
            </a:extLst>
          </p:cNvPr>
          <p:cNvSpPr/>
          <p:nvPr/>
        </p:nvSpPr>
        <p:spPr>
          <a:xfrm>
            <a:off x="4133953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</TotalTime>
  <Words>4197</Words>
  <Application>Microsoft Office PowerPoint</Application>
  <PresentationFormat>Widescreen</PresentationFormat>
  <Paragraphs>1067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30</cp:revision>
  <dcterms:created xsi:type="dcterms:W3CDTF">2025-04-13T09:11:45Z</dcterms:created>
  <dcterms:modified xsi:type="dcterms:W3CDTF">2025-06-28T09:06:49Z</dcterms:modified>
</cp:coreProperties>
</file>