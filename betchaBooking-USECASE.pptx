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60"/>
  </p:normalViewPr>
  <p:slideViewPr>
    <p:cSldViewPr snapToGrid="0">
      <p:cViewPr varScale="1">
        <p:scale>
          <a:sx n="72" d="100"/>
          <a:sy n="72" d="100"/>
        </p:scale>
        <p:origin x="5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Notif</a:t>
            </a:r>
            <a:r>
              <a:rPr lang="en-US" sz="20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(Cancel Request ? toggle </a:t>
            </a:r>
            <a:r>
              <a:rPr lang="en-US" sz="2000" b="1" dirty="0" err="1"/>
              <a:t>btnApproval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398626" y="5906472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2842029" cy="159676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01310" y="4668985"/>
            <a:ext cx="1756761" cy="891305"/>
          </a:xfrm>
          <a:prstGeom prst="curvedConnector3">
            <a:avLst>
              <a:gd name="adj1" fmla="val 9994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Rating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calendar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time, Query(Name, Activity, Role))</a:t>
            </a:r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Role)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109859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38886" y="52338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1{</a:t>
            </a:r>
            <a:r>
              <a:rPr lang="en-US" sz="1200" b="1" dirty="0" err="1"/>
              <a:t>jan-apr</a:t>
            </a:r>
            <a:r>
              <a:rPr lang="en-US" sz="1200" b="1" dirty="0"/>
              <a:t>} 2{may-</a:t>
            </a:r>
            <a:r>
              <a:rPr lang="en-US" sz="1200" b="1" dirty="0" err="1"/>
              <a:t>aug</a:t>
            </a:r>
            <a:r>
              <a:rPr lang="en-US" sz="1200" b="1" dirty="0"/>
              <a:t>} 3{</a:t>
            </a:r>
            <a:r>
              <a:rPr lang="en-US" sz="1200" b="1" dirty="0" err="1"/>
              <a:t>sep</a:t>
            </a:r>
            <a:r>
              <a:rPr lang="en-US" sz="1200" b="1" dirty="0"/>
              <a:t>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281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612975"/>
              </p:ext>
            </p:extLst>
          </p:nvPr>
        </p:nvGraphicFramePr>
        <p:xfrm>
          <a:off x="336566" y="4489621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279720" y="4267188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279720" y="3400330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327770" y="36787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327770" y="4017751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277090" y="1789043"/>
            <a:ext cx="6077528" cy="305623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* discount/100) + Additional Pax Price* additional </a:t>
            </a:r>
            <a:r>
              <a:rPr lang="en-US" b="1" dirty="0" err="1"/>
              <a:t>pax</a:t>
            </a:r>
            <a:r>
              <a:rPr lang="en-US" b="1" dirty="0"/>
              <a:t>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6890329" y="2012722"/>
            <a:ext cx="4858326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Confirm Payment{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For: Reservation/Full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Mode of Payment (</a:t>
            </a:r>
            <a:r>
              <a:rPr lang="en-US" b="1" dirty="0" err="1"/>
              <a:t>Gcash</a:t>
            </a:r>
            <a:r>
              <a:rPr lang="en-US" b="1" dirty="0"/>
              <a:t>, </a:t>
            </a:r>
            <a:r>
              <a:rPr lang="en-US" b="1" dirty="0" err="1"/>
              <a:t>Gotyme</a:t>
            </a:r>
            <a:r>
              <a:rPr lang="en-US" b="1" dirty="0"/>
              <a:t>, maya, </a:t>
            </a:r>
            <a:r>
              <a:rPr lang="en-US" b="1" dirty="0" err="1"/>
              <a:t>UnionBank</a:t>
            </a:r>
            <a:r>
              <a:rPr lang="en-US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Payment 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 &amp; time of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Confirm and Decline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267855"/>
            <a:ext cx="7081981" cy="410094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Calendar with booked dates and maintenance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Stack of booking list </a:t>
            </a:r>
            <a:r>
              <a:rPr lang="en-US" sz="1600" b="1" dirty="0" err="1"/>
              <a:t>Accorfing</a:t>
            </a:r>
            <a:r>
              <a:rPr lang="en-US" sz="1600" b="1" dirty="0"/>
              <a:t> to selected date from calendar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(Name of property, </a:t>
            </a:r>
            <a:r>
              <a:rPr lang="en-US" sz="1600" b="1" dirty="0" err="1"/>
              <a:t>CheckIn-CheckOut</a:t>
            </a:r>
            <a:r>
              <a:rPr lang="en-US" sz="1600" b="1" dirty="0"/>
              <a:t> (Time, date), button : (</a:t>
            </a:r>
            <a:r>
              <a:rPr lang="en-US" sz="1600" b="1" dirty="0" err="1"/>
              <a:t>viewBookingModal</a:t>
            </a:r>
            <a:r>
              <a:rPr lang="en-US" sz="1600" b="1" dirty="0"/>
              <a:t>))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Category (</a:t>
            </a:r>
            <a:r>
              <a:rPr lang="en-US" sz="1600" b="1" dirty="0" err="1"/>
              <a:t>CheckIn</a:t>
            </a:r>
            <a:r>
              <a:rPr lang="en-US" sz="1600" b="1" dirty="0"/>
              <a:t>, </a:t>
            </a:r>
            <a:r>
              <a:rPr lang="en-US" sz="1600" b="1" dirty="0" err="1"/>
              <a:t>CheckOut</a:t>
            </a:r>
            <a:r>
              <a:rPr lang="en-US" sz="1600" b="1" dirty="0"/>
              <a:t> Today List)</a:t>
            </a:r>
          </a:p>
          <a:p>
            <a:pPr lvl="2"/>
            <a:r>
              <a:rPr lang="en-US" sz="16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confirmation of </a:t>
            </a:r>
            <a:r>
              <a:rPr lang="en-US" sz="1600" b="1" dirty="0">
                <a:solidFill>
                  <a:srgbClr val="FF0000"/>
                </a:solidFill>
              </a:rPr>
              <a:t>check in </a:t>
            </a:r>
            <a:r>
              <a:rPr lang="en-US" sz="1600" b="1" dirty="0"/>
              <a:t>and</a:t>
            </a:r>
            <a:r>
              <a:rPr lang="en-US" sz="1600" b="1" dirty="0">
                <a:solidFill>
                  <a:srgbClr val="FF0000"/>
                </a:solidFill>
              </a:rPr>
              <a:t> cash payment </a:t>
            </a:r>
            <a:r>
              <a:rPr lang="en-US" sz="16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</a:t>
            </a:r>
            <a:r>
              <a:rPr lang="en-US" sz="1600" b="1" dirty="0" err="1"/>
              <a:t>completeBtn</a:t>
            </a:r>
            <a:r>
              <a:rPr lang="en-US" sz="1600" b="1" dirty="0"/>
              <a:t>(</a:t>
            </a:r>
            <a:r>
              <a:rPr lang="en-US" sz="1600" b="1" dirty="0" err="1"/>
              <a:t>completeModal</a:t>
            </a:r>
            <a:r>
              <a:rPr lang="en-US" sz="1600" b="1" dirty="0"/>
              <a:t>) for checkout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430446"/>
            <a:ext cx="4341092" cy="264757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Name of property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/>
          <p:nvPr/>
        </p:nvCxnSpPr>
        <p:spPr>
          <a:xfrm flipV="1">
            <a:off x="2881745" y="2013527"/>
            <a:ext cx="4765964" cy="83128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447636"/>
            <a:ext cx="2429164" cy="2225964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089236" y="3537527"/>
            <a:ext cx="2849422" cy="75738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977</TotalTime>
  <Words>4132</Words>
  <Application>Microsoft Office PowerPoint</Application>
  <PresentationFormat>Widescreen</PresentationFormat>
  <Paragraphs>1039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Signo, Christian (Student)</dc:creator>
  <cp:lastModifiedBy>Christian</cp:lastModifiedBy>
  <cp:revision>17</cp:revision>
  <dcterms:created xsi:type="dcterms:W3CDTF">2025-04-13T09:11:45Z</dcterms:created>
  <dcterms:modified xsi:type="dcterms:W3CDTF">2025-06-26T09:44:10Z</dcterms:modified>
</cp:coreProperties>
</file>