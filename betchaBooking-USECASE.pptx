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312" r:id="rId33"/>
    <p:sldId id="313" r:id="rId34"/>
    <p:sldId id="314" r:id="rId35"/>
    <p:sldId id="315" r:id="rId36"/>
    <p:sldId id="316" r:id="rId37"/>
    <p:sldId id="283" r:id="rId38"/>
    <p:sldId id="285" r:id="rId39"/>
    <p:sldId id="286" r:id="rId40"/>
    <p:sldId id="290" r:id="rId41"/>
    <p:sldId id="291" r:id="rId42"/>
    <p:sldId id="289" r:id="rId43"/>
    <p:sldId id="317" r:id="rId44"/>
    <p:sldId id="292" r:id="rId45"/>
    <p:sldId id="293" r:id="rId46"/>
    <p:sldId id="294" r:id="rId47"/>
    <p:sldId id="295" r:id="rId48"/>
    <p:sldId id="296" r:id="rId49"/>
    <p:sldId id="297" r:id="rId50"/>
    <p:sldId id="299" r:id="rId51"/>
    <p:sldId id="300" r:id="rId52"/>
    <p:sldId id="309" r:id="rId53"/>
    <p:sldId id="306" r:id="rId54"/>
    <p:sldId id="307" r:id="rId55"/>
    <p:sldId id="302" r:id="rId56"/>
    <p:sldId id="308" r:id="rId57"/>
    <p:sldId id="301" r:id="rId58"/>
    <p:sldId id="303" r:id="rId59"/>
    <p:sldId id="304" r:id="rId60"/>
    <p:sldId id="318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82" autoAdjust="0"/>
    <p:restoredTop sz="94660"/>
  </p:normalViewPr>
  <p:slideViewPr>
    <p:cSldViewPr snapToGrid="0">
      <p:cViewPr varScale="1">
        <p:scale>
          <a:sx n="72" d="100"/>
          <a:sy n="72" d="100"/>
        </p:scale>
        <p:origin x="52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62200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modalNotif</a:t>
            </a:r>
            <a:r>
              <a:rPr lang="en-US" sz="16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Notif</a:t>
            </a:r>
            <a:r>
              <a:rPr lang="en-US" sz="16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senderName</a:t>
            </a:r>
            <a:endParaRPr lang="en-US" sz="16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Role of sender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if cancel request ? Reason to send for guest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1600" b="1" dirty="0"/>
              <a:t>If (Cancel Request ? toggle </a:t>
            </a:r>
            <a:r>
              <a:rPr lang="en-US" sz="1600" b="1" dirty="0" err="1"/>
              <a:t>btnApproval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adminPayment.html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268856" y="6122271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5400502" cy="1975861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 (refund information modal: </a:t>
            </a:r>
          </a:p>
          <a:p>
            <a:pPr lvl="1"/>
            <a:r>
              <a:rPr lang="en-US" sz="2000" b="1" dirty="0"/>
              <a:t>‘Transaction #, Amount refund, Mode of refund, Number [bank || e-wallet]’)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238172" y="4668985"/>
            <a:ext cx="2219901" cy="151978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Rating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calendar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the privilege is ONLY PSR, No Add Properties &amp; Properties section.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 </a:t>
            </a:r>
            <a:r>
              <a:rPr lang="en-US" sz="2000" b="1"/>
              <a:t>or Query)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</a:t>
            </a:r>
            <a:r>
              <a:rPr lang="en-US" sz="2000" b="1" dirty="0" err="1"/>
              <a:t>userType</a:t>
            </a:r>
            <a:r>
              <a:rPr lang="en-US" sz="2000" b="1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8960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view details (adminViewPayment.html)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4489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(admineditPayment.html), Delete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5991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PaymentEdit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save,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885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PaymentAdd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Create,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4933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Booking Day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5541819" y="796234"/>
            <a:ext cx="6326908" cy="5265532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4{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export =&gt;(employeeGeneratePSR.html)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employeeGeneratePSR.html{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HTML Table preview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M/Q/SA/A (year)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Table (see next page for example)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 || Back</a:t>
            </a:r>
          </a:p>
          <a:p>
            <a:r>
              <a:rPr lang="en-US" b="1" dirty="0"/>
              <a:t>}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708E1A5F-CFB7-389A-8B04-6F98F9228E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37565" y="2627746"/>
            <a:ext cx="517238" cy="13854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employeeGeneratePSR.html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31F375-881E-9846-AD98-DCFAD87271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674773"/>
              </p:ext>
            </p:extLst>
          </p:nvPr>
        </p:nvGraphicFramePr>
        <p:xfrm>
          <a:off x="274226" y="1611240"/>
          <a:ext cx="2503054" cy="9782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6180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1226874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007F5DE-F1E8-CFD5-FE58-EFD6FD8D4DF1}"/>
              </a:ext>
            </a:extLst>
          </p:cNvPr>
          <p:cNvSpPr txBox="1"/>
          <p:nvPr/>
        </p:nvSpPr>
        <p:spPr>
          <a:xfrm>
            <a:off x="184980" y="1390246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1 of January, 2025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1B8A9F-5A1A-9238-3F9E-FB83235A0BEF}"/>
              </a:ext>
            </a:extLst>
          </p:cNvPr>
          <p:cNvSpPr txBox="1"/>
          <p:nvPr/>
        </p:nvSpPr>
        <p:spPr>
          <a:xfrm>
            <a:off x="198351" y="553237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WEEK Example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4C87501-E227-CDC1-E88A-55C097B52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3174576"/>
              </p:ext>
            </p:extLst>
          </p:nvPr>
        </p:nvGraphicFramePr>
        <p:xfrm>
          <a:off x="3195734" y="1611240"/>
          <a:ext cx="3624168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4123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00009">
                  <a:extLst>
                    <a:ext uri="{9D8B030D-6E8A-4147-A177-3AD203B41FA5}">
                      <a16:colId xmlns:a16="http://schemas.microsoft.com/office/drawing/2014/main" val="2920025152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27,000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 gridSpan="5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EEE18E1-17FE-BC49-29DD-B61DBB852953}"/>
              </a:ext>
            </a:extLst>
          </p:cNvPr>
          <p:cNvSpPr txBox="1"/>
          <p:nvPr/>
        </p:nvSpPr>
        <p:spPr>
          <a:xfrm>
            <a:off x="3138886" y="139024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Second Quarter, 2025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940BDB-9DDA-EBF5-EEE5-F6A884F0C8EE}"/>
              </a:ext>
            </a:extLst>
          </p:cNvPr>
          <p:cNvSpPr txBox="1"/>
          <p:nvPr/>
        </p:nvSpPr>
        <p:spPr>
          <a:xfrm>
            <a:off x="3104875" y="339944"/>
            <a:ext cx="45526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QUARTER Example 1 {Jan-Mar}  2 {Apr-Jun}  3 {Jul-Sep}  4 {Oct-Dec}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3198956-816C-3714-1871-15AE41385943}"/>
              </a:ext>
            </a:extLst>
          </p:cNvPr>
          <p:cNvSpPr/>
          <p:nvPr/>
        </p:nvSpPr>
        <p:spPr>
          <a:xfrm>
            <a:off x="274226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↓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236F25-99BA-62CC-3360-EF23BBE433A5}"/>
              </a:ext>
            </a:extLst>
          </p:cNvPr>
          <p:cNvSpPr/>
          <p:nvPr/>
        </p:nvSpPr>
        <p:spPr>
          <a:xfrm>
            <a:off x="1087810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8DE7BD0-EC8C-5DC6-A61D-740C292BA563}"/>
              </a:ext>
            </a:extLst>
          </p:cNvPr>
          <p:cNvSpPr/>
          <p:nvPr/>
        </p:nvSpPr>
        <p:spPr>
          <a:xfrm>
            <a:off x="1891597" y="8070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4233E44-EE6F-3809-50AF-08D33016CD73}"/>
              </a:ext>
            </a:extLst>
          </p:cNvPr>
          <p:cNvSpPr/>
          <p:nvPr/>
        </p:nvSpPr>
        <p:spPr>
          <a:xfrm>
            <a:off x="274226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Week 1 ↓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A763D7E-7BF8-88FA-4C57-6288B7B3D6AB}"/>
              </a:ext>
            </a:extLst>
          </p:cNvPr>
          <p:cNvSpPr/>
          <p:nvPr/>
        </p:nvSpPr>
        <p:spPr>
          <a:xfrm>
            <a:off x="1087810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D4F66D8-591A-822A-443E-0772D1783557}"/>
              </a:ext>
            </a:extLst>
          </p:cNvPr>
          <p:cNvSpPr/>
          <p:nvPr/>
        </p:nvSpPr>
        <p:spPr>
          <a:xfrm>
            <a:off x="1891597" y="114604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11A8C16-9F16-6C59-8ADB-B854CDB8F997}"/>
              </a:ext>
            </a:extLst>
          </p:cNvPr>
          <p:cNvSpPr/>
          <p:nvPr/>
        </p:nvSpPr>
        <p:spPr>
          <a:xfrm>
            <a:off x="3195734" y="83141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Quarter ↓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B2B3383-8599-4D59-E950-AF8D362B81D6}"/>
              </a:ext>
            </a:extLst>
          </p:cNvPr>
          <p:cNvSpPr/>
          <p:nvPr/>
        </p:nvSpPr>
        <p:spPr>
          <a:xfrm>
            <a:off x="4029779" y="82257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9AC30D-94C2-7BBB-F573-4ACCC9FE2B9B}"/>
              </a:ext>
            </a:extLst>
          </p:cNvPr>
          <p:cNvSpPr/>
          <p:nvPr/>
        </p:nvSpPr>
        <p:spPr>
          <a:xfrm>
            <a:off x="3195734" y="117043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</a:t>
            </a:r>
            <a:r>
              <a:rPr lang="en-US" sz="1000" baseline="30000" dirty="0"/>
              <a:t>nd</a:t>
            </a:r>
            <a:r>
              <a:rPr lang="en-US" sz="1000" dirty="0"/>
              <a:t> ↓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B1A4702-5058-9211-4A1A-82D1C34455DF}"/>
              </a:ext>
            </a:extLst>
          </p:cNvPr>
          <p:cNvSpPr/>
          <p:nvPr/>
        </p:nvSpPr>
        <p:spPr>
          <a:xfrm>
            <a:off x="4029779" y="11615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8924115"/>
              </p:ext>
            </p:extLst>
          </p:nvPr>
        </p:nvGraphicFramePr>
        <p:xfrm>
          <a:off x="7047624" y="1641090"/>
          <a:ext cx="4755757" cy="11291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1526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591500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591498">
                  <a:extLst>
                    <a:ext uri="{9D8B030D-6E8A-4147-A177-3AD203B41FA5}">
                      <a16:colId xmlns:a16="http://schemas.microsoft.com/office/drawing/2014/main" val="3501395715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29,000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148891">
                <a:tc gridSpan="7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58,000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7047623" y="1420095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First Annual, 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7047623" y="553237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Semi-Annual Example 1{</a:t>
            </a:r>
            <a:r>
              <a:rPr lang="en-US" sz="1200" b="1" dirty="0" err="1"/>
              <a:t>jan-jun</a:t>
            </a:r>
            <a:r>
              <a:rPr lang="en-US" sz="1200" b="1" dirty="0"/>
              <a:t>} 2{</a:t>
            </a:r>
            <a:r>
              <a:rPr lang="en-US" sz="1200" b="1" dirty="0" err="1"/>
              <a:t>jul</a:t>
            </a:r>
            <a:r>
              <a:rPr lang="en-US" sz="1200" b="1" dirty="0"/>
              <a:t>-dec} 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2D18B4D-85D6-F085-4E01-DAEC9E11477A}"/>
              </a:ext>
            </a:extLst>
          </p:cNvPr>
          <p:cNvSpPr/>
          <p:nvPr/>
        </p:nvSpPr>
        <p:spPr>
          <a:xfrm>
            <a:off x="7104471" y="861266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Annual ↓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7938516" y="85242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4027D7A-6B87-306F-4ED5-9A33A30F5B7D}"/>
              </a:ext>
            </a:extLst>
          </p:cNvPr>
          <p:cNvSpPr/>
          <p:nvPr/>
        </p:nvSpPr>
        <p:spPr>
          <a:xfrm>
            <a:off x="7104471" y="1200282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1st↓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7938516" y="119143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C10A5E8D-1C0A-1B34-7DBE-8D6C2DD8CF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982679"/>
              </p:ext>
            </p:extLst>
          </p:nvPr>
        </p:nvGraphicFramePr>
        <p:xfrm>
          <a:off x="241826" y="5437905"/>
          <a:ext cx="9592291" cy="13540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65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  <a:gridCol w="683208">
                  <a:extLst>
                    <a:ext uri="{9D8B030D-6E8A-4147-A177-3AD203B41FA5}">
                      <a16:colId xmlns:a16="http://schemas.microsoft.com/office/drawing/2014/main" val="906388908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3363117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705880004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22434671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870593989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55453617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73948166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709595055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638221643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207647737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3278669961"/>
                    </a:ext>
                  </a:extLst>
                </a:gridCol>
                <a:gridCol w="683202">
                  <a:extLst>
                    <a:ext uri="{9D8B030D-6E8A-4147-A177-3AD203B41FA5}">
                      <a16:colId xmlns:a16="http://schemas.microsoft.com/office/drawing/2014/main" val="1839316062"/>
                    </a:ext>
                  </a:extLst>
                </a:gridCol>
              </a:tblGrid>
              <a:tr h="503026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0488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8,000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363297">
                <a:tc gridSpan="13"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132,000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BA3EB886-31F4-A0C0-182B-17EDDDA3A67D}"/>
              </a:ext>
            </a:extLst>
          </p:cNvPr>
          <p:cNvSpPr txBox="1"/>
          <p:nvPr/>
        </p:nvSpPr>
        <p:spPr>
          <a:xfrm>
            <a:off x="184980" y="5215472"/>
            <a:ext cx="17249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2025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254BF7-8514-C813-50FA-282D4C9AA9D5}"/>
              </a:ext>
            </a:extLst>
          </p:cNvPr>
          <p:cNvSpPr txBox="1"/>
          <p:nvPr/>
        </p:nvSpPr>
        <p:spPr>
          <a:xfrm>
            <a:off x="184980" y="4348614"/>
            <a:ext cx="39324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Annual Example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3A8273B-B987-143D-AC4E-FD0D2BE56926}"/>
              </a:ext>
            </a:extLst>
          </p:cNvPr>
          <p:cNvSpPr/>
          <p:nvPr/>
        </p:nvSpPr>
        <p:spPr>
          <a:xfrm>
            <a:off x="233030" y="4627019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11213F5D-0F1A-F5FB-61F8-21B5563FC7C8}"/>
              </a:ext>
            </a:extLst>
          </p:cNvPr>
          <p:cNvSpPr/>
          <p:nvPr/>
        </p:nvSpPr>
        <p:spPr>
          <a:xfrm>
            <a:off x="233030" y="4966035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174A3F03-EF4B-48A1-ACD7-CA612D7D7F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196968"/>
              </p:ext>
            </p:extLst>
          </p:nvPr>
        </p:nvGraphicFramePr>
        <p:xfrm>
          <a:off x="3283982" y="3859496"/>
          <a:ext cx="3502967" cy="1129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6049">
                  <a:extLst>
                    <a:ext uri="{9D8B030D-6E8A-4147-A177-3AD203B41FA5}">
                      <a16:colId xmlns:a16="http://schemas.microsoft.com/office/drawing/2014/main" val="3731313920"/>
                    </a:ext>
                  </a:extLst>
                </a:gridCol>
                <a:gridCol w="706049">
                  <a:extLst>
                    <a:ext uri="{9D8B030D-6E8A-4147-A177-3AD203B41FA5}">
                      <a16:colId xmlns:a16="http://schemas.microsoft.com/office/drawing/2014/main" val="1959877130"/>
                    </a:ext>
                  </a:extLst>
                </a:gridCol>
                <a:gridCol w="706049">
                  <a:extLst>
                    <a:ext uri="{9D8B030D-6E8A-4147-A177-3AD203B41FA5}">
                      <a16:colId xmlns:a16="http://schemas.microsoft.com/office/drawing/2014/main" val="2617612810"/>
                    </a:ext>
                  </a:extLst>
                </a:gridCol>
                <a:gridCol w="706049">
                  <a:extLst>
                    <a:ext uri="{9D8B030D-6E8A-4147-A177-3AD203B41FA5}">
                      <a16:colId xmlns:a16="http://schemas.microsoft.com/office/drawing/2014/main" val="144315485"/>
                    </a:ext>
                  </a:extLst>
                </a:gridCol>
                <a:gridCol w="678771">
                  <a:extLst>
                    <a:ext uri="{9D8B030D-6E8A-4147-A177-3AD203B41FA5}">
                      <a16:colId xmlns:a16="http://schemas.microsoft.com/office/drawing/2014/main" val="947986631"/>
                    </a:ext>
                  </a:extLst>
                </a:gridCol>
              </a:tblGrid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Week1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Week2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Week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Earned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8197724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6,000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870186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906619"/>
                  </a:ext>
                </a:extLst>
              </a:tr>
              <a:tr h="244559">
                <a:tc>
                  <a:txBody>
                    <a:bodyPr/>
                    <a:lstStyle/>
                    <a:p>
                      <a:r>
                        <a:rPr lang="en-US" sz="10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4k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10,000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2238911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79DFB871-2A43-4021-8EFC-9A43DABC2EC7}"/>
              </a:ext>
            </a:extLst>
          </p:cNvPr>
          <p:cNvSpPr txBox="1"/>
          <p:nvPr/>
        </p:nvSpPr>
        <p:spPr>
          <a:xfrm>
            <a:off x="3194736" y="3638502"/>
            <a:ext cx="19520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January, 2025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8FBA3F-B0C1-4191-9F51-157A7E4BF739}"/>
              </a:ext>
            </a:extLst>
          </p:cNvPr>
          <p:cNvSpPr txBox="1"/>
          <p:nvPr/>
        </p:nvSpPr>
        <p:spPr>
          <a:xfrm>
            <a:off x="3208107" y="2801493"/>
            <a:ext cx="13764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MONTH Example</a:t>
            </a: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1B22FD9D-AEFC-4137-8B02-2DFCEC99A31C}"/>
              </a:ext>
            </a:extLst>
          </p:cNvPr>
          <p:cNvSpPr/>
          <p:nvPr/>
        </p:nvSpPr>
        <p:spPr>
          <a:xfrm>
            <a:off x="3330166" y="30552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Month ↓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716818E-4B5C-4AE4-B001-785D357DFF75}"/>
              </a:ext>
            </a:extLst>
          </p:cNvPr>
          <p:cNvSpPr/>
          <p:nvPr/>
        </p:nvSpPr>
        <p:spPr>
          <a:xfrm>
            <a:off x="4133953" y="3055288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Year ↓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F6BC6590-0C5D-4281-89B6-1724F3B72A6A}"/>
              </a:ext>
            </a:extLst>
          </p:cNvPr>
          <p:cNvSpPr/>
          <p:nvPr/>
        </p:nvSpPr>
        <p:spPr>
          <a:xfrm>
            <a:off x="3330166" y="3394304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Jan ↓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A36346A5-F83B-486B-A493-E9B22F6D8525}"/>
              </a:ext>
            </a:extLst>
          </p:cNvPr>
          <p:cNvSpPr/>
          <p:nvPr/>
        </p:nvSpPr>
        <p:spPr>
          <a:xfrm>
            <a:off x="4133953" y="3394304"/>
            <a:ext cx="737709" cy="24419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2025 ↓</a:t>
            </a:r>
          </a:p>
        </p:txBody>
      </p:sp>
    </p:spTree>
    <p:extLst>
      <p:ext uri="{BB962C8B-B14F-4D97-AF65-F5344CB8AC3E}">
        <p14:creationId xmlns:p14="http://schemas.microsoft.com/office/powerpoint/2010/main" val="1113652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3057236" y="372765"/>
            <a:ext cx="6077528" cy="305623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* discount/100) + Additional Pax Price* additional </a:t>
            </a:r>
            <a:r>
              <a:rPr lang="en-US" b="1" dirty="0" err="1"/>
              <a:t>pax</a:t>
            </a:r>
            <a:r>
              <a:rPr lang="en-US" b="1" dirty="0"/>
              <a:t>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3147391" y="3538328"/>
            <a:ext cx="5897217" cy="305623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Payments{</a:t>
            </a:r>
          </a:p>
          <a:p>
            <a:r>
              <a:rPr lang="en-US" b="1" dirty="0"/>
              <a:t>List 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, Amount, </a:t>
            </a:r>
          </a:p>
          <a:p>
            <a:r>
              <a:rPr lang="en-US" b="1" dirty="0"/>
              <a:t>Button: Approve, Decline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Package Payment, </a:t>
            </a:r>
            <a:r>
              <a:rPr lang="en-US" b="1" dirty="0" err="1"/>
              <a:t>PaymentNo</a:t>
            </a:r>
            <a:r>
              <a:rPr lang="en-US" b="1" dirty="0"/>
              <a:t>, </a:t>
            </a:r>
            <a:r>
              <a:rPr lang="en-US" b="1" dirty="0" err="1"/>
              <a:t>PaymentMode</a:t>
            </a:r>
            <a:r>
              <a:rPr lang="en-US" b="1" dirty="0"/>
              <a:t> Amount, </a:t>
            </a:r>
          </a:p>
          <a:p>
            <a:r>
              <a:rPr lang="en-US" b="1" dirty="0"/>
              <a:t>Button: Approve, Decline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350981"/>
            <a:ext cx="7081981" cy="4017819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Calendar with booked dates and maintenance</a:t>
            </a:r>
          </a:p>
          <a:p>
            <a:r>
              <a:rPr lang="en-US" sz="1400" b="1" dirty="0"/>
              <a:t>}</a:t>
            </a:r>
          </a:p>
          <a:p>
            <a:r>
              <a:rPr lang="en-US" sz="14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Stack of booking list </a:t>
            </a:r>
            <a:r>
              <a:rPr lang="en-US" sz="1400" b="1" dirty="0" err="1"/>
              <a:t>Accorfing</a:t>
            </a:r>
            <a:r>
              <a:rPr lang="en-US" sz="1400" b="1" dirty="0"/>
              <a:t> to selected date from calendar (section 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(Name of property, </a:t>
            </a:r>
            <a:r>
              <a:rPr lang="en-US" sz="1400" b="1" dirty="0" err="1"/>
              <a:t>CheckIn-CheckOut</a:t>
            </a:r>
            <a:r>
              <a:rPr lang="en-US" sz="1400" b="1" dirty="0"/>
              <a:t> (Time, date), button : (</a:t>
            </a:r>
            <a:r>
              <a:rPr lang="en-US" sz="1400" b="1" dirty="0" err="1"/>
              <a:t>viewBookingModal</a:t>
            </a:r>
            <a:r>
              <a:rPr lang="en-US" sz="1400" b="1" dirty="0"/>
              <a:t>))</a:t>
            </a:r>
          </a:p>
          <a:p>
            <a:r>
              <a:rPr lang="en-US" sz="1400" b="1" dirty="0"/>
              <a:t>}</a:t>
            </a:r>
          </a:p>
          <a:p>
            <a:endParaRPr lang="en-US" sz="1400" b="1" dirty="0"/>
          </a:p>
          <a:p>
            <a:r>
              <a:rPr lang="en-US" sz="14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Category (</a:t>
            </a:r>
            <a:r>
              <a:rPr lang="en-US" sz="1400" b="1" dirty="0" err="1"/>
              <a:t>CheckIn</a:t>
            </a:r>
            <a:r>
              <a:rPr lang="en-US" sz="1400" b="1" dirty="0"/>
              <a:t>, </a:t>
            </a:r>
            <a:r>
              <a:rPr lang="en-US" sz="1400" b="1" dirty="0" err="1"/>
              <a:t>CheckOut</a:t>
            </a:r>
            <a:r>
              <a:rPr lang="en-US" sz="1400" b="1" dirty="0"/>
              <a:t> Today List)</a:t>
            </a:r>
          </a:p>
          <a:p>
            <a:pPr lvl="2"/>
            <a:r>
              <a:rPr lang="en-US" sz="14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confirmation of </a:t>
            </a:r>
            <a:r>
              <a:rPr lang="en-US" sz="1400" b="1" dirty="0">
                <a:solidFill>
                  <a:srgbClr val="FF0000"/>
                </a:solidFill>
              </a:rPr>
              <a:t>check in </a:t>
            </a:r>
            <a:r>
              <a:rPr lang="en-US" sz="1400" b="1" dirty="0"/>
              <a:t>and</a:t>
            </a:r>
            <a:r>
              <a:rPr lang="en-US" sz="1400" b="1" dirty="0">
                <a:solidFill>
                  <a:srgbClr val="FF0000"/>
                </a:solidFill>
              </a:rPr>
              <a:t> cash payment </a:t>
            </a:r>
            <a:r>
              <a:rPr lang="en-US" sz="14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Button : </a:t>
            </a:r>
            <a:r>
              <a:rPr lang="en-US" sz="1400" b="1" dirty="0" err="1"/>
              <a:t>completeBtn</a:t>
            </a:r>
            <a:r>
              <a:rPr lang="en-US" sz="1400" b="1" dirty="0"/>
              <a:t>(</a:t>
            </a:r>
            <a:r>
              <a:rPr lang="en-US" sz="1400" b="1" dirty="0" err="1"/>
              <a:t>completeModal</a:t>
            </a:r>
            <a:r>
              <a:rPr lang="en-US" sz="1400" b="1" dirty="0"/>
              <a:t>) for checkout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87746"/>
            <a:ext cx="4341092" cy="299027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>
            <a:cxnSpLocks/>
          </p:cNvCxnSpPr>
          <p:nvPr/>
        </p:nvCxnSpPr>
        <p:spPr>
          <a:xfrm>
            <a:off x="2690191" y="1842052"/>
            <a:ext cx="4957518" cy="171475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619111"/>
            <a:ext cx="4144821" cy="205448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340626" y="3537527"/>
            <a:ext cx="2598032" cy="39836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Completed/ Rate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Completed without rate will go to rate section list{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Click one of the list -&gt; modal to rate 1-5 star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Buttons: Submit</a:t>
            </a:r>
            <a:r>
              <a:rPr lang="en-US" b="1"/>
              <a:t>, Cancel</a:t>
            </a:r>
            <a:endParaRPr lang="en-US" b="1" dirty="0"/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192769" y="573870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</p:spTree>
    <p:extLst>
      <p:ext uri="{BB962C8B-B14F-4D97-AF65-F5344CB8AC3E}">
        <p14:creationId xmlns:p14="http://schemas.microsoft.com/office/powerpoint/2010/main" val="32758939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1539</TotalTime>
  <Words>4197</Words>
  <Application>Microsoft Office PowerPoint</Application>
  <PresentationFormat>Widescreen</PresentationFormat>
  <Paragraphs>1067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Signo, Christian (Student)</dc:creator>
  <cp:lastModifiedBy>Christian</cp:lastModifiedBy>
  <cp:revision>30</cp:revision>
  <dcterms:created xsi:type="dcterms:W3CDTF">2025-04-13T09:11:45Z</dcterms:created>
  <dcterms:modified xsi:type="dcterms:W3CDTF">2025-06-28T08:13:44Z</dcterms:modified>
</cp:coreProperties>
</file>