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  <p:sldId id="31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82" autoAdjust="0"/>
    <p:restoredTop sz="94660"/>
  </p:normalViewPr>
  <p:slideViewPr>
    <p:cSldViewPr snapToGrid="0">
      <p:cViewPr varScale="1">
        <p:scale>
          <a:sx n="72" d="100"/>
          <a:sy n="72" d="100"/>
        </p:scale>
        <p:origin x="5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62200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modalNotif</a:t>
            </a:r>
            <a:r>
              <a:rPr lang="en-US" sz="16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Notif</a:t>
            </a:r>
            <a:r>
              <a:rPr lang="en-US" sz="16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senderName</a:t>
            </a:r>
            <a:endParaRPr lang="en-US" sz="1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Role of sender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if cancel request ? Reason to send for guest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If (Cancel Request ? toggle </a:t>
            </a:r>
            <a:r>
              <a:rPr lang="en-US" sz="1600" b="1" dirty="0" err="1"/>
              <a:t>btnApproval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268856" y="6122271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5400502" cy="1975861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 (refund information modal: </a:t>
            </a:r>
          </a:p>
          <a:p>
            <a:pPr lvl="1"/>
            <a:r>
              <a:rPr lang="en-US" sz="2000" b="1" dirty="0"/>
              <a:t>‘Transaction #, Amount refund, Mode of refund, Number [bank || e-wallet]’)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238172" y="4668985"/>
            <a:ext cx="2219901" cy="151978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Rating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calendar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the privilege is ONLY PSR, No Add Properties &amp; Properties section.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 </a:t>
            </a:r>
            <a:r>
              <a:rPr lang="en-US" sz="2000" b="1"/>
              <a:t>or Query)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</a:t>
            </a:r>
            <a:r>
              <a:rPr lang="en-US" sz="2000" b="1" dirty="0" err="1"/>
              <a:t>userType</a:t>
            </a:r>
            <a:r>
              <a:rPr lang="en-US" sz="20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Property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109859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38886" y="52338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1{</a:t>
            </a:r>
            <a:r>
              <a:rPr lang="en-US" sz="1200" b="1" dirty="0" err="1"/>
              <a:t>jan-apr</a:t>
            </a:r>
            <a:r>
              <a:rPr lang="en-US" sz="1200" b="1" dirty="0"/>
              <a:t>} 2{may-</a:t>
            </a:r>
            <a:r>
              <a:rPr lang="en-US" sz="1200" b="1" dirty="0" err="1"/>
              <a:t>aug</a:t>
            </a:r>
            <a:r>
              <a:rPr lang="en-US" sz="1200" b="1" dirty="0"/>
              <a:t>} 3{</a:t>
            </a:r>
            <a:r>
              <a:rPr lang="en-US" sz="1200" b="1" dirty="0" err="1"/>
              <a:t>sep</a:t>
            </a:r>
            <a:r>
              <a:rPr lang="en-US" sz="1200" b="1" dirty="0"/>
              <a:t>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129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612975"/>
              </p:ext>
            </p:extLst>
          </p:nvPr>
        </p:nvGraphicFramePr>
        <p:xfrm>
          <a:off x="336566" y="4489621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279720" y="4267188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279720" y="3400330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327770" y="36787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327770" y="4017751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3057236" y="372765"/>
            <a:ext cx="6077528" cy="305623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* discount/100) + Additional Pax Price* additional </a:t>
            </a:r>
            <a:r>
              <a:rPr lang="en-US" b="1" dirty="0" err="1"/>
              <a:t>pax</a:t>
            </a:r>
            <a:r>
              <a:rPr lang="en-US" b="1" dirty="0"/>
              <a:t>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3147391" y="3538328"/>
            <a:ext cx="5897217" cy="305623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Payments{</a:t>
            </a:r>
          </a:p>
          <a:p>
            <a:r>
              <a:rPr lang="en-US" b="1" dirty="0"/>
              <a:t>List 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, Amount, </a:t>
            </a:r>
          </a:p>
          <a:p>
            <a:r>
              <a:rPr lang="en-US" b="1" dirty="0"/>
              <a:t>Button: Approve, Decline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Package Payment,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 Amount, </a:t>
            </a:r>
          </a:p>
          <a:p>
            <a:r>
              <a:rPr lang="en-US" b="1" dirty="0"/>
              <a:t>Button: Approve, Decline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350981"/>
            <a:ext cx="7081981" cy="4017819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Calendar with booked dates and maintenance</a:t>
            </a:r>
          </a:p>
          <a:p>
            <a:r>
              <a:rPr lang="en-US" sz="1400" b="1" dirty="0"/>
              <a:t>}</a:t>
            </a:r>
          </a:p>
          <a:p>
            <a:r>
              <a:rPr lang="en-US" sz="14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Stack of booking list </a:t>
            </a:r>
            <a:r>
              <a:rPr lang="en-US" sz="1400" b="1" dirty="0" err="1"/>
              <a:t>Accorfing</a:t>
            </a:r>
            <a:r>
              <a:rPr lang="en-US" sz="1400" b="1" dirty="0"/>
              <a:t> to selected date from calendar (section 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(Name of property, </a:t>
            </a:r>
            <a:r>
              <a:rPr lang="en-US" sz="1400" b="1" dirty="0" err="1"/>
              <a:t>CheckIn-CheckOut</a:t>
            </a:r>
            <a:r>
              <a:rPr lang="en-US" sz="1400" b="1" dirty="0"/>
              <a:t> (Time, date), button : (</a:t>
            </a:r>
            <a:r>
              <a:rPr lang="en-US" sz="1400" b="1" dirty="0" err="1"/>
              <a:t>viewBookingModal</a:t>
            </a:r>
            <a:r>
              <a:rPr lang="en-US" sz="1400" b="1" dirty="0"/>
              <a:t>))</a:t>
            </a:r>
          </a:p>
          <a:p>
            <a:r>
              <a:rPr lang="en-US" sz="1400" b="1" dirty="0"/>
              <a:t>}</a:t>
            </a:r>
          </a:p>
          <a:p>
            <a:endParaRPr lang="en-US" sz="1400" b="1" dirty="0"/>
          </a:p>
          <a:p>
            <a:r>
              <a:rPr lang="en-US" sz="14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Category (</a:t>
            </a:r>
            <a:r>
              <a:rPr lang="en-US" sz="1400" b="1" dirty="0" err="1"/>
              <a:t>CheckIn</a:t>
            </a:r>
            <a:r>
              <a:rPr lang="en-US" sz="1400" b="1" dirty="0"/>
              <a:t>, </a:t>
            </a:r>
            <a:r>
              <a:rPr lang="en-US" sz="1400" b="1" dirty="0" err="1"/>
              <a:t>CheckOut</a:t>
            </a:r>
            <a:r>
              <a:rPr lang="en-US" sz="1400" b="1" dirty="0"/>
              <a:t> Today List)</a:t>
            </a:r>
          </a:p>
          <a:p>
            <a:pPr lvl="2"/>
            <a:r>
              <a:rPr lang="en-US" sz="14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confirmation of </a:t>
            </a:r>
            <a:r>
              <a:rPr lang="en-US" sz="1400" b="1" dirty="0">
                <a:solidFill>
                  <a:srgbClr val="FF0000"/>
                </a:solidFill>
              </a:rPr>
              <a:t>check in </a:t>
            </a:r>
            <a:r>
              <a:rPr lang="en-US" sz="1400" b="1" dirty="0"/>
              <a:t>and</a:t>
            </a:r>
            <a:r>
              <a:rPr lang="en-US" sz="1400" b="1" dirty="0">
                <a:solidFill>
                  <a:srgbClr val="FF0000"/>
                </a:solidFill>
              </a:rPr>
              <a:t> cash payment </a:t>
            </a:r>
            <a:r>
              <a:rPr lang="en-US" sz="14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</a:t>
            </a:r>
            <a:r>
              <a:rPr lang="en-US" sz="1400" b="1" dirty="0" err="1"/>
              <a:t>completeBtn</a:t>
            </a:r>
            <a:r>
              <a:rPr lang="en-US" sz="1400" b="1" dirty="0"/>
              <a:t>(</a:t>
            </a:r>
            <a:r>
              <a:rPr lang="en-US" sz="1400" b="1" dirty="0" err="1"/>
              <a:t>completeModal</a:t>
            </a:r>
            <a:r>
              <a:rPr lang="en-US" sz="1400" b="1" dirty="0"/>
              <a:t>) for checkout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87746"/>
            <a:ext cx="4341092" cy="299027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>
            <a:cxnSpLocks/>
          </p:cNvCxnSpPr>
          <p:nvPr/>
        </p:nvCxnSpPr>
        <p:spPr>
          <a:xfrm>
            <a:off x="2690191" y="1842052"/>
            <a:ext cx="4957518" cy="171475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619111"/>
            <a:ext cx="4144821" cy="205448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340626" y="3537527"/>
            <a:ext cx="2598032" cy="39836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Completed/ Rate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Completed without rate will go to rate section list{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Click one of the list -&gt; modal to rate 1-5 star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Buttons: Submit</a:t>
            </a:r>
            <a:r>
              <a:rPr lang="en-US" b="1"/>
              <a:t>, Cancel</a:t>
            </a:r>
            <a:endParaRPr lang="en-US" b="1" dirty="0"/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192769" y="573870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</p:spTree>
    <p:extLst>
      <p:ext uri="{BB962C8B-B14F-4D97-AF65-F5344CB8AC3E}">
        <p14:creationId xmlns:p14="http://schemas.microsoft.com/office/powerpoint/2010/main" val="327589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4157</Words>
  <Application>Microsoft Office PowerPoint</Application>
  <PresentationFormat>Widescreen</PresentationFormat>
  <Paragraphs>1041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Signo, Christian (Student)</dc:creator>
  <cp:lastModifiedBy>Christian</cp:lastModifiedBy>
  <cp:revision>26</cp:revision>
  <dcterms:created xsi:type="dcterms:W3CDTF">2025-04-13T09:11:45Z</dcterms:created>
  <dcterms:modified xsi:type="dcterms:W3CDTF">2025-06-28T05:31:57Z</dcterms:modified>
</cp:coreProperties>
</file>